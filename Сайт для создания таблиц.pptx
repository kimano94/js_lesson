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42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81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19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2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61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97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14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05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55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33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0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943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0878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387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7361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23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9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4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61E8A01-1D5F-49F5-905F-1FB0FB75AF6D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B5D129C-EC22-4E7B-9E9E-CBAFBBF78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251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6BA2A-2C60-80D3-3819-40CCA3C139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b="1" cap="none" dirty="0">
                <a:latin typeface="Bahnschrift" panose="020B0502040204020203" pitchFamily="34" charset="0"/>
              </a:rPr>
              <a:t>Сайт для создания таблиц</a:t>
            </a:r>
            <a:br>
              <a:rPr lang="ru-RU" b="1" cap="none" dirty="0">
                <a:latin typeface="Bahnschrift" panose="020B0502040204020203" pitchFamily="34" charset="0"/>
              </a:rPr>
            </a:br>
            <a:endParaRPr lang="ru-RU" b="1" cap="none" dirty="0">
              <a:latin typeface="Bahnschrif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4A7874-82EE-62A6-77D5-2A2C9258F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Сайт создал</a:t>
            </a:r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: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Полежаев Максим</a:t>
            </a:r>
          </a:p>
        </p:txBody>
      </p:sp>
    </p:spTree>
    <p:extLst>
      <p:ext uri="{BB962C8B-B14F-4D97-AF65-F5344CB8AC3E}">
        <p14:creationId xmlns:p14="http://schemas.microsoft.com/office/powerpoint/2010/main" val="132794240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4B839-3630-DD44-EBE2-C6F88EDC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Режим добавления ячеек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81663876-472A-7005-CF4D-22D920EFA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463615"/>
            <a:ext cx="8534400" cy="2059107"/>
          </a:xfrm>
          <a:effectLst>
            <a:glow rad="1905000">
              <a:srgbClr val="202428">
                <a:alpha val="25000"/>
              </a:srgbClr>
            </a:glow>
            <a:outerShdw blurRad="127000" dist="190500" dir="5400000" algn="tl" rotWithShape="0">
              <a:prstClr val="black">
                <a:alpha val="40000"/>
              </a:prstClr>
            </a:outerShdw>
            <a:reflection blurRad="38100" stA="10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81465122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E9D4-14BD-574B-D309-906D486B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12082-7EC0-840E-5669-A6DBFB30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Режим ввода текста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4DB844E1-99D3-6481-6F03-77883B646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213" y="1463615"/>
            <a:ext cx="8534400" cy="2059107"/>
          </a:xfrm>
          <a:prstGeom prst="rect">
            <a:avLst/>
          </a:prstGeom>
          <a:effectLst>
            <a:glow rad="1905000">
              <a:srgbClr val="202428">
                <a:alpha val="25000"/>
              </a:srgbClr>
            </a:glow>
            <a:outerShdw blurRad="127000" dist="190500" dir="5400000" algn="t" rotWithShape="0">
              <a:prstClr val="black">
                <a:alpha val="40000"/>
              </a:prstClr>
            </a:outerShdw>
            <a:reflection blurRad="38100" stA="10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61333330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9548-DBB7-9B73-29C7-67A0BFFAC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FEAAD-D2F5-7060-1B5F-C9813C30C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Режим поиска</a:t>
            </a:r>
            <a:br>
              <a:rPr lang="ru-RU" sz="3200" cap="none" dirty="0">
                <a:latin typeface="Bahnschrift" panose="020B0502040204020203" pitchFamily="34" charset="0"/>
              </a:rPr>
            </a:br>
            <a:r>
              <a:rPr lang="ru-RU" sz="3200" cap="none" dirty="0">
                <a:latin typeface="Bahnschrift" panose="020B0502040204020203" pitchFamily="34" charset="0"/>
              </a:rPr>
              <a:t>по позиции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A7754FE6-6C10-5CC4-6207-4039E91E8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213" y="1463615"/>
            <a:ext cx="8534400" cy="2059107"/>
          </a:xfrm>
          <a:prstGeom prst="rect">
            <a:avLst/>
          </a:prstGeom>
          <a:effectLst>
            <a:glow rad="1905000">
              <a:srgbClr val="202428">
                <a:alpha val="25000"/>
              </a:srgbClr>
            </a:glow>
            <a:outerShdw blurRad="127000" dist="190500" dir="5400000" algn="t" rotWithShape="0">
              <a:prstClr val="black">
                <a:alpha val="40000"/>
              </a:prstClr>
            </a:outerShdw>
            <a:reflection blurRad="38100" stA="10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84810594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69D2-9D37-8B98-6503-F001828D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72221-930B-CE58-BD06-4EEDEFA1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Режим поиска</a:t>
            </a:r>
            <a:br>
              <a:rPr lang="ru-RU" sz="3200" cap="none" dirty="0">
                <a:latin typeface="Bahnschrift" panose="020B0502040204020203" pitchFamily="34" charset="0"/>
              </a:rPr>
            </a:br>
            <a:r>
              <a:rPr lang="ru-RU" sz="3200" cap="none" dirty="0">
                <a:latin typeface="Bahnschrift" panose="020B0502040204020203" pitchFamily="34" charset="0"/>
              </a:rPr>
              <a:t>по содержимому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C6799CEB-A544-D9AF-EA60-F0381A2A3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213" y="1463615"/>
            <a:ext cx="8534400" cy="2059107"/>
          </a:xfrm>
          <a:prstGeom prst="rect">
            <a:avLst/>
          </a:prstGeom>
          <a:effectLst>
            <a:glow rad="1905000">
              <a:srgbClr val="202428">
                <a:alpha val="25000"/>
              </a:srgbClr>
            </a:glow>
            <a:outerShdw blurRad="127000" dist="190500" dir="5400000" algn="t" rotWithShape="0">
              <a:prstClr val="black">
                <a:alpha val="40000"/>
              </a:prstClr>
            </a:outerShdw>
            <a:reflection blurRad="38100" stA="10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61944382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1550D-84B7-8913-44D4-ED3C43B5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DC260-4D5C-9BDB-1967-0684086C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Сохранение вашей таблицы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10FE8C1E-F80A-946F-7920-A0A89CF36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213" y="1463615"/>
            <a:ext cx="8534400" cy="2059107"/>
          </a:xfrm>
          <a:prstGeom prst="rect">
            <a:avLst/>
          </a:prstGeom>
          <a:effectLst>
            <a:glow rad="1905000">
              <a:srgbClr val="202428">
                <a:alpha val="25000"/>
              </a:srgbClr>
            </a:glow>
            <a:outerShdw blurRad="127000" dist="190500" dir="5400000" algn="t" rotWithShape="0">
              <a:prstClr val="black">
                <a:alpha val="40000"/>
              </a:prstClr>
            </a:outerShdw>
            <a:reflection blurRad="38100" stA="10000" dir="5400000" sy="-100000" algn="bl" rotWithShape="0"/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47133776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85AA-4D36-D8B8-6F9A-FAFA1666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6861B-B236-3C8D-3DEE-A74F6871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cap="none" dirty="0">
                <a:latin typeface="Bahnschrift" panose="020B0502040204020203" pitchFamily="34" charset="0"/>
              </a:rPr>
              <a:t>Спасибо за внимание</a:t>
            </a:r>
          </a:p>
        </p:txBody>
      </p:sp>
      <p:pic>
        <p:nvPicPr>
          <p:cNvPr id="25" name="Объект 24">
            <a:extLst>
              <a:ext uri="{FF2B5EF4-FFF2-40B4-BE49-F238E27FC236}">
                <a16:creationId xmlns:a16="http://schemas.microsoft.com/office/drawing/2014/main" id="{8920A76E-C92F-782D-52FA-E77F257B4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5"/>
          <a:stretch/>
        </p:blipFill>
        <p:spPr>
          <a:xfrm>
            <a:off x="684218" y="2370668"/>
            <a:ext cx="10718384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3883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Сектор">
  <a:themeElements>
    <a:clrScheme name="Другая 1">
      <a:dk1>
        <a:sysClr val="windowText" lastClr="000000"/>
      </a:dk1>
      <a:lt1>
        <a:sysClr val="window" lastClr="FFFFFF"/>
      </a:lt1>
      <a:dk2>
        <a:srgbClr val="101214"/>
      </a:dk2>
      <a:lt2>
        <a:srgbClr val="202428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Другая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</TotalTime>
  <Words>32</Words>
  <Application>Microsoft Office PowerPoint</Application>
  <PresentationFormat>Широкоэкранный</PresentationFormat>
  <Paragraphs>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Bahnschrift</vt:lpstr>
      <vt:lpstr>Wingdings 3</vt:lpstr>
      <vt:lpstr>Сектор</vt:lpstr>
      <vt:lpstr>Сайт для создания таблиц </vt:lpstr>
      <vt:lpstr>Режим добавления ячеек</vt:lpstr>
      <vt:lpstr>Режим ввода текста</vt:lpstr>
      <vt:lpstr>Режим поиска по позиции</vt:lpstr>
      <vt:lpstr>Режим поиска по содержимому</vt:lpstr>
      <vt:lpstr>Сохранение вашей таблицы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Студент</dc:creator>
  <cp:lastModifiedBy>Студент</cp:lastModifiedBy>
  <cp:revision>1</cp:revision>
  <dcterms:created xsi:type="dcterms:W3CDTF">2025-05-15T15:42:07Z</dcterms:created>
  <dcterms:modified xsi:type="dcterms:W3CDTF">2025-05-15T16:35:05Z</dcterms:modified>
</cp:coreProperties>
</file>